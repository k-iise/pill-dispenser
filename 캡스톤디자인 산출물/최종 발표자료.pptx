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5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6.png"/><Relationship Id="rId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46.png"/><Relationship Id="rId4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46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46.png"/><Relationship Id="rId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46.png"/><Relationship Id="rId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4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2147483648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0" y="2857500"/>
            <a:ext cx="5435600" cy="6896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0" y="7759700"/>
            <a:ext cx="13081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14922500" y="1308100"/>
            <a:ext cx="30861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-76200" y="749300"/>
            <a:ext cx="165227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753600"/>
            <a:ext cx="18491200" cy="558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1866900"/>
            <a:ext cx="12801600" cy="311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5549900"/>
            <a:ext cx="2438400" cy="209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300" y="3771900"/>
            <a:ext cx="38227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8636000"/>
            <a:ext cx="8128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1900" y="8559800"/>
            <a:ext cx="28194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373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5981700"/>
            <a:ext cx="3175000" cy="4483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900" y="3441700"/>
            <a:ext cx="2184400" cy="158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700" y="3098800"/>
            <a:ext cx="1968500" cy="220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00" y="3390900"/>
            <a:ext cx="42926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09800" y="3530600"/>
            <a:ext cx="2565400" cy="146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74600" y="3098800"/>
            <a:ext cx="2197100" cy="2197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0" y="3390900"/>
            <a:ext cx="42926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9500" y="6769100"/>
            <a:ext cx="3733800" cy="1600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8400" y="6375400"/>
            <a:ext cx="21971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00" y="6642100"/>
            <a:ext cx="42926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82600" y="6997700"/>
            <a:ext cx="5461000" cy="105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87300" y="6375400"/>
            <a:ext cx="2235200" cy="2197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0" y="6642100"/>
            <a:ext cx="42926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9000" y="4991100"/>
            <a:ext cx="2019300" cy="965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909800" y="4991100"/>
            <a:ext cx="2463800" cy="965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3700" y="1257300"/>
            <a:ext cx="3759200" cy="3060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0400" y="8305800"/>
            <a:ext cx="2476500" cy="965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36500" y="8305800"/>
            <a:ext cx="6273800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8100" y="6400800"/>
            <a:ext cx="2946400" cy="2946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9700" y="6870700"/>
            <a:ext cx="1549400" cy="204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4749800" cy="1841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400" y="2273300"/>
            <a:ext cx="3213100" cy="321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0600" y="6858000"/>
            <a:ext cx="1765300" cy="1930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1900" y="2743200"/>
            <a:ext cx="2222500" cy="22479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58700" y="2730500"/>
            <a:ext cx="2654300" cy="2413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68500" y="6502400"/>
            <a:ext cx="2984500" cy="2984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8600" y="6502400"/>
            <a:ext cx="2984500" cy="2984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5613400"/>
            <a:ext cx="28067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2400" y="5600700"/>
            <a:ext cx="28194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0900" y="9245600"/>
            <a:ext cx="21844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0400" y="368300"/>
            <a:ext cx="3416300" cy="1727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92000" y="5473700"/>
            <a:ext cx="3073400" cy="749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33000" y="9232900"/>
            <a:ext cx="3683000" cy="749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363700" y="9271000"/>
            <a:ext cx="37338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769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286000"/>
            <a:ext cx="14922500" cy="7391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9100"/>
            <a:ext cx="67945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769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14700"/>
            <a:ext cx="11582400" cy="13589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0" y="381000"/>
            <a:ext cx="5029200" cy="9537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9100"/>
            <a:ext cx="67945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5930900"/>
            <a:ext cx="11379200" cy="247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0" y="927100"/>
            <a:ext cx="1930400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769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14700"/>
            <a:ext cx="11582400" cy="13589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0" y="368300"/>
            <a:ext cx="5029200" cy="952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9100"/>
            <a:ext cx="67945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5930900"/>
            <a:ext cx="11544300" cy="247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0" y="850900"/>
            <a:ext cx="19431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769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14700"/>
            <a:ext cx="11582400" cy="13589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0" y="368300"/>
            <a:ext cx="5029200" cy="952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9100"/>
            <a:ext cx="67945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5930900"/>
            <a:ext cx="11099800" cy="247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0" y="850900"/>
            <a:ext cx="19304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769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14700"/>
            <a:ext cx="11582400" cy="13589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7500" y="406400"/>
            <a:ext cx="5054600" cy="9537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9100"/>
            <a:ext cx="67945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5956300"/>
            <a:ext cx="10629900" cy="1663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0" y="850900"/>
            <a:ext cx="19685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769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14700"/>
            <a:ext cx="11582400" cy="13589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7500" y="393700"/>
            <a:ext cx="5054600" cy="957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9100"/>
            <a:ext cx="67945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00" y="850900"/>
            <a:ext cx="27432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0" y="5969000"/>
            <a:ext cx="117475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769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14700"/>
            <a:ext cx="11582400" cy="13589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7500" y="393700"/>
            <a:ext cx="5054600" cy="960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9100"/>
            <a:ext cx="67945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5969000"/>
            <a:ext cx="9563100" cy="1663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200" y="850900"/>
            <a:ext cx="26924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213100"/>
            <a:ext cx="11582400" cy="146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14700"/>
            <a:ext cx="11582400" cy="13589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0" y="3035300"/>
            <a:ext cx="4851400" cy="4584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9100"/>
            <a:ext cx="6184900" cy="184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5702300"/>
            <a:ext cx="10680700" cy="326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000" y="850900"/>
            <a:ext cx="19431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40600" cy="590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61000"/>
            <a:ext cx="18288000" cy="482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9000" y="5803900"/>
            <a:ext cx="3225800" cy="4559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9100"/>
            <a:ext cx="3556000" cy="18415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00308F-785C-4174-92DA-70781DA2DFE9}"/>
              </a:ext>
            </a:extLst>
          </p:cNvPr>
          <p:cNvSpPr/>
          <p:nvPr/>
        </p:nvSpPr>
        <p:spPr>
          <a:xfrm>
            <a:off x="6553200" y="576416"/>
            <a:ext cx="5181600" cy="9443884"/>
          </a:xfrm>
          <a:prstGeom prst="roundRect">
            <a:avLst>
              <a:gd name="adj" fmla="val 661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7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KakaoTalk_20240612_232322385">
            <a:hlinkClick r:id="" action="ppaction://media"/>
            <a:extLst>
              <a:ext uri="{FF2B5EF4-FFF2-40B4-BE49-F238E27FC236}">
                <a16:creationId xmlns:a16="http://schemas.microsoft.com/office/drawing/2014/main" id="{DC36FD96-C8C6-435E-945F-D1EA453D446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810887" y="923844"/>
            <a:ext cx="4666226" cy="8841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87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212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00" y="6680200"/>
            <a:ext cx="4000500" cy="322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5300" y="6680200"/>
            <a:ext cx="4000500" cy="322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800" y="6680200"/>
            <a:ext cx="4000500" cy="322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" y="6680200"/>
            <a:ext cx="4000500" cy="322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2755900"/>
            <a:ext cx="3860800" cy="386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100" y="2755900"/>
            <a:ext cx="3860800" cy="386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1000" y="2755900"/>
            <a:ext cx="3860800" cy="3860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46100" y="2755900"/>
            <a:ext cx="3860800" cy="386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100" y="6769100"/>
            <a:ext cx="39116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89600" y="7378700"/>
            <a:ext cx="2603500" cy="2197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600" y="6781800"/>
            <a:ext cx="3911600" cy="698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6400" y="7353300"/>
            <a:ext cx="2616200" cy="254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1900" y="6769100"/>
            <a:ext cx="3911600" cy="72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7353300"/>
            <a:ext cx="2349500" cy="1892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852400" y="6769100"/>
            <a:ext cx="3911600" cy="723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27100" y="7353300"/>
            <a:ext cx="3416300" cy="1892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8800" y="419100"/>
            <a:ext cx="55372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18288000" cy="5715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0" y="0"/>
            <a:ext cx="6489700" cy="4572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767840000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700" y="127000"/>
            <a:ext cx="2387600" cy="152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100" y="1778000"/>
            <a:ext cx="4051300" cy="279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00" y="393700"/>
            <a:ext cx="2755900" cy="1752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6299200"/>
            <a:ext cx="10375900" cy="762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6286500"/>
            <a:ext cx="2070100" cy="49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" y="6261100"/>
            <a:ext cx="2273300" cy="6096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7962900"/>
            <a:ext cx="2070100" cy="495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1200" y="7912100"/>
            <a:ext cx="2273300" cy="635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5500" y="7962900"/>
            <a:ext cx="95504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4A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0" y="2857500"/>
            <a:ext cx="54356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1300" y="9753600"/>
            <a:ext cx="18757900" cy="533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3835400"/>
            <a:ext cx="7620000" cy="317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사용자 지정</PresentationFormat>
  <Paragraphs>0</Paragraphs>
  <Slides>15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승호 지</cp:lastModifiedBy>
  <cp:revision>3</cp:revision>
  <dcterms:created xsi:type="dcterms:W3CDTF">2006-08-16T00:00:00Z</dcterms:created>
  <dcterms:modified xsi:type="dcterms:W3CDTF">2024-06-12T14:25:44Z</dcterms:modified>
</cp:coreProperties>
</file>